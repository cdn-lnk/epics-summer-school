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/>
  <p:notesSz cx="6858000" cy="9144000"/>
  <p:defaultTextStyle>
    <a:defPPr>
      <a:defRPr lang="en-GB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09159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2604084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GB"/>
              <a:t>10/30/2013</a:t>
            </a:fld>
            <a:endParaRPr lang="en-GB"/>
          </a:p>
        </p:txBody>
      </p:sp>
      <p:sp>
        <p:nvSpPr>
          <p:cNvPr id="103314765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15451894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45516688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040751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7513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50707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1446369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GB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97FED3-D304-A50A-993D-96BA67F77E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BFF79-13B5-8BD7-4260-66A25A4FDB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521209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05459248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 lang="en-GB"/>
          </a:p>
        </p:txBody>
      </p:sp>
      <p:sp>
        <p:nvSpPr>
          <p:cNvPr id="8680458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3021593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992505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0331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936853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8701479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7389386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648908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3505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44695899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31497946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4761685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793987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6842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9431373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21368567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74330397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05766632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6533325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67129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8638011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49793129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86878297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90405043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93068072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09978578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6751251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1894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77590020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22836707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3008260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26529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78152831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3663839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14450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61115382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25536999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82112162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94354177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96529399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48146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29859761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GB"/>
              <a:t>Click icon to add picture</a:t>
            </a:r>
            <a:endParaRPr lang="en-GB"/>
          </a:p>
        </p:txBody>
      </p:sp>
      <p:sp>
        <p:nvSpPr>
          <p:cNvPr id="121147086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1625535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85922164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1884708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36827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40471862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9888980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4002915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967578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45678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67102417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6232932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2473024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076307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09188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2698426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6111729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57786925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11723112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0789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sv-SE"/>
              <a:t>Camera Focusing</a:t>
            </a:r>
            <a:endParaRPr lang="en-GB"/>
          </a:p>
        </p:txBody>
      </p:sp>
      <p:sp>
        <p:nvSpPr>
          <p:cNvPr id="1675511956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sv-SE"/>
              <a:t>Motion Control with EPICS</a:t>
            </a:r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0083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v-SE"/>
              <a:t>Hardware description</a:t>
            </a:r>
            <a:endParaRPr/>
          </a:p>
        </p:txBody>
      </p:sp>
      <p:sp>
        <p:nvSpPr>
          <p:cNvPr id="1251593223" name=""/>
          <p:cNvSpPr/>
          <p:nvPr/>
        </p:nvSpPr>
        <p:spPr bwMode="auto">
          <a:xfrm rot="0" flipH="0" flipV="0">
            <a:off x="664387" y="2162538"/>
            <a:ext cx="1603374" cy="9143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sv-SE"/>
              <a:t>Nexcom</a:t>
            </a:r>
            <a:br>
              <a:rPr lang="sv-SE"/>
            </a:br>
            <a:r>
              <a:rPr lang="sv-SE"/>
              <a:t>PC</a:t>
            </a:r>
            <a:endParaRPr/>
          </a:p>
        </p:txBody>
      </p:sp>
      <p:sp>
        <p:nvSpPr>
          <p:cNvPr id="163539208" name=""/>
          <p:cNvSpPr/>
          <p:nvPr/>
        </p:nvSpPr>
        <p:spPr bwMode="auto">
          <a:xfrm rot="0" flipH="0" flipV="0">
            <a:off x="664387" y="3648437"/>
            <a:ext cx="1603374" cy="9143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sv-SE"/>
              <a:t>Beckhoff</a:t>
            </a:r>
            <a:br>
              <a:rPr lang="sv-SE"/>
            </a:br>
            <a:r>
              <a:rPr lang="sv-SE"/>
              <a:t>HW</a:t>
            </a:r>
            <a:endParaRPr/>
          </a:p>
        </p:txBody>
      </p:sp>
      <p:sp>
        <p:nvSpPr>
          <p:cNvPr id="1128450533" name=""/>
          <p:cNvSpPr/>
          <p:nvPr/>
        </p:nvSpPr>
        <p:spPr bwMode="auto">
          <a:xfrm rot="0" flipH="0" flipV="0">
            <a:off x="664387" y="5142275"/>
            <a:ext cx="1603374" cy="9143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sv-SE"/>
              <a:t>Camera</a:t>
            </a:r>
            <a:br>
              <a:rPr lang="sv-SE"/>
            </a:br>
            <a:r>
              <a:rPr lang="sv-SE"/>
              <a:t>Focus</a:t>
            </a:r>
            <a:endParaRPr/>
          </a:p>
        </p:txBody>
      </p:sp>
      <p:cxnSp>
        <p:nvCxnSpPr>
          <p:cNvPr id="170956071" name=""/>
          <p:cNvCxnSpPr/>
          <p:nvPr/>
        </p:nvCxnSpPr>
        <p:spPr bwMode="auto">
          <a:xfrm flipH="0" flipV="0">
            <a:off x="1092918" y="4562836"/>
            <a:ext cx="0" cy="579438"/>
          </a:xfrm>
          <a:prstGeom prst="line">
            <a:avLst/>
          </a:prstGeom>
          <a:ln w="190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0727269" name=""/>
          <p:cNvCxnSpPr/>
          <p:nvPr/>
        </p:nvCxnSpPr>
        <p:spPr bwMode="auto">
          <a:xfrm flipH="0" flipV="0">
            <a:off x="1466074" y="4562836"/>
            <a:ext cx="0" cy="579438"/>
          </a:xfrm>
          <a:prstGeom prst="line">
            <a:avLst/>
          </a:prstGeom>
          <a:ln w="190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8864800" name=""/>
          <p:cNvCxnSpPr/>
          <p:nvPr/>
        </p:nvCxnSpPr>
        <p:spPr bwMode="auto">
          <a:xfrm flipH="0" flipV="0">
            <a:off x="1861641" y="4562836"/>
            <a:ext cx="0" cy="579438"/>
          </a:xfrm>
          <a:prstGeom prst="line">
            <a:avLst/>
          </a:prstGeom>
          <a:ln w="190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6881478" name=""/>
          <p:cNvCxnSpPr/>
          <p:nvPr/>
        </p:nvCxnSpPr>
        <p:spPr bwMode="auto">
          <a:xfrm flipH="0" flipV="0">
            <a:off x="1466074" y="3076937"/>
            <a:ext cx="0" cy="579438"/>
          </a:xfrm>
          <a:prstGeom prst="line">
            <a:avLst/>
          </a:prstGeom>
          <a:ln w="190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3015011" name=""/>
          <p:cNvSpPr/>
          <p:nvPr/>
        </p:nvSpPr>
        <p:spPr bwMode="auto">
          <a:xfrm rot="0" flipH="0" flipV="0">
            <a:off x="2723503" y="1760909"/>
            <a:ext cx="5169271" cy="376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sv-SE"/>
              <a:t>Nexcom</a:t>
            </a:r>
            <a:br>
              <a:rPr lang="sv-SE"/>
            </a:br>
            <a:r>
              <a:rPr lang="sv-SE"/>
              <a:t>PC</a:t>
            </a:r>
            <a:endParaRPr/>
          </a:p>
        </p:txBody>
      </p:sp>
      <p:sp>
        <p:nvSpPr>
          <p:cNvPr id="1221675934" name=""/>
          <p:cNvSpPr/>
          <p:nvPr/>
        </p:nvSpPr>
        <p:spPr bwMode="auto">
          <a:xfrm rot="0" flipH="0" flipV="0">
            <a:off x="9576051" y="3570473"/>
            <a:ext cx="1603374" cy="9143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sv-SE"/>
              <a:t>Beckhoff</a:t>
            </a:r>
            <a:br>
              <a:rPr lang="sv-SE"/>
            </a:br>
            <a:r>
              <a:rPr lang="sv-SE"/>
              <a:t>HW</a:t>
            </a:r>
            <a:endParaRPr/>
          </a:p>
        </p:txBody>
      </p:sp>
      <p:sp>
        <p:nvSpPr>
          <p:cNvPr id="661999552" name=""/>
          <p:cNvSpPr/>
          <p:nvPr/>
        </p:nvSpPr>
        <p:spPr bwMode="auto">
          <a:xfrm rot="0" flipH="0" flipV="0">
            <a:off x="9576051" y="5064310"/>
            <a:ext cx="1603374" cy="9143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sv-SE"/>
              <a:t>Camera</a:t>
            </a:r>
            <a:br>
              <a:rPr lang="sv-SE"/>
            </a:br>
            <a:r>
              <a:rPr lang="sv-SE"/>
              <a:t>Focus</a:t>
            </a:r>
            <a:endParaRPr/>
          </a:p>
        </p:txBody>
      </p:sp>
      <p:cxnSp>
        <p:nvCxnSpPr>
          <p:cNvPr id="309785574" name=""/>
          <p:cNvCxnSpPr/>
          <p:nvPr/>
        </p:nvCxnSpPr>
        <p:spPr bwMode="auto">
          <a:xfrm flipH="0" flipV="0">
            <a:off x="10004583" y="4484872"/>
            <a:ext cx="0" cy="579438"/>
          </a:xfrm>
          <a:prstGeom prst="line">
            <a:avLst/>
          </a:prstGeom>
          <a:ln w="190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6530542" name=""/>
          <p:cNvCxnSpPr/>
          <p:nvPr/>
        </p:nvCxnSpPr>
        <p:spPr bwMode="auto">
          <a:xfrm flipH="0" flipV="0">
            <a:off x="10377738" y="4484872"/>
            <a:ext cx="0" cy="579438"/>
          </a:xfrm>
          <a:prstGeom prst="line">
            <a:avLst/>
          </a:prstGeom>
          <a:ln w="190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9443605" name=""/>
          <p:cNvCxnSpPr/>
          <p:nvPr/>
        </p:nvCxnSpPr>
        <p:spPr bwMode="auto">
          <a:xfrm flipH="0" flipV="0">
            <a:off x="10773305" y="4484872"/>
            <a:ext cx="0" cy="579438"/>
          </a:xfrm>
          <a:prstGeom prst="line">
            <a:avLst/>
          </a:prstGeom>
          <a:ln w="190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2736087" name=""/>
          <p:cNvSpPr/>
          <p:nvPr/>
        </p:nvSpPr>
        <p:spPr bwMode="auto">
          <a:xfrm rot="0" flipH="0" flipV="0">
            <a:off x="3124839" y="2420002"/>
            <a:ext cx="4291685" cy="206486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sv-SE"/>
              <a:t>IOC</a:t>
            </a:r>
            <a:endParaRPr/>
          </a:p>
        </p:txBody>
      </p:sp>
      <p:sp>
        <p:nvSpPr>
          <p:cNvPr id="1909418993" name=""/>
          <p:cNvSpPr/>
          <p:nvPr/>
        </p:nvSpPr>
        <p:spPr bwMode="auto">
          <a:xfrm rot="0" flipH="0" flipV="0">
            <a:off x="3344510" y="3578411"/>
            <a:ext cx="1800000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sv-SE"/>
              <a:t>ECMC</a:t>
            </a:r>
            <a:endParaRPr/>
          </a:p>
        </p:txBody>
      </p:sp>
      <p:sp>
        <p:nvSpPr>
          <p:cNvPr id="1187549430" name=""/>
          <p:cNvSpPr/>
          <p:nvPr/>
        </p:nvSpPr>
        <p:spPr bwMode="auto">
          <a:xfrm rot="0" flipH="0" flipV="0">
            <a:off x="5416047" y="3578411"/>
            <a:ext cx="1800000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sv-SE"/>
              <a:t>ECMC</a:t>
            </a:r>
            <a:r>
              <a:rPr lang="sv-SE"/>
              <a:t>CFG</a:t>
            </a:r>
            <a:endParaRPr/>
          </a:p>
        </p:txBody>
      </p:sp>
      <p:sp>
        <p:nvSpPr>
          <p:cNvPr id="1177119146" name=""/>
          <p:cNvSpPr/>
          <p:nvPr/>
        </p:nvSpPr>
        <p:spPr bwMode="auto">
          <a:xfrm rot="0" flipH="0" flipV="0">
            <a:off x="3344510" y="4704310"/>
            <a:ext cx="1800000" cy="720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sv-SE"/>
              <a:t>Network Card</a:t>
            </a:r>
            <a:endParaRPr lang="sv-SE"/>
          </a:p>
          <a:p>
            <a:pPr algn="ctr">
              <a:defRPr/>
            </a:pPr>
            <a:r>
              <a:rPr lang="sv-SE"/>
              <a:t>EtherCAT drv</a:t>
            </a:r>
            <a:endParaRPr/>
          </a:p>
        </p:txBody>
      </p:sp>
      <p:cxnSp>
        <p:nvCxnSpPr>
          <p:cNvPr id="918498265" name=""/>
          <p:cNvCxnSpPr>
            <a:endCxn id="1177119146" idx="0"/>
          </p:cNvCxnSpPr>
          <p:nvPr/>
        </p:nvCxnSpPr>
        <p:spPr bwMode="auto">
          <a:xfrm rot="5400000" flipH="0" flipV="0">
            <a:off x="4041561" y="4501360"/>
            <a:ext cx="405898" cy="0"/>
          </a:xfrm>
          <a:prstGeom prst="line">
            <a:avLst/>
          </a:prstGeom>
          <a:ln w="190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700347" name=""/>
          <p:cNvSpPr/>
          <p:nvPr/>
        </p:nvSpPr>
        <p:spPr bwMode="auto">
          <a:xfrm rot="0" flipH="0" flipV="0">
            <a:off x="3344510" y="2732437"/>
            <a:ext cx="1800000" cy="720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sv-SE"/>
              <a:t>LensControl.db</a:t>
            </a:r>
            <a:endParaRPr/>
          </a:p>
        </p:txBody>
      </p:sp>
      <p:sp>
        <p:nvSpPr>
          <p:cNvPr id="1306697197" name=""/>
          <p:cNvSpPr/>
          <p:nvPr/>
        </p:nvSpPr>
        <p:spPr bwMode="auto">
          <a:xfrm rot="0" flipH="0" flipV="0">
            <a:off x="5364558" y="2732437"/>
            <a:ext cx="1800000" cy="720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sv-SE"/>
              <a:t>st.cmd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0704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v-SE"/>
              <a:t>Write PVs to interface the asyn driver</a:t>
            </a:r>
            <a:endParaRPr/>
          </a:p>
        </p:txBody>
      </p:sp>
      <p:sp>
        <p:nvSpPr>
          <p:cNvPr id="975105881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limit switches</a:t>
            </a: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turn motor on/off</a:t>
            </a: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stop</a:t>
            </a: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current position</a:t>
            </a: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driver status (it is a byte word that must be parsed)</a:t>
            </a: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error code + reset command</a:t>
            </a: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position and velocity setpoints</a:t>
            </a: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choose all 4 types of motion (absolute, relative, velocity and homing)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2026-08-25T13:47:59Z</dcterms:modified>
</cp:coreProperties>
</file>